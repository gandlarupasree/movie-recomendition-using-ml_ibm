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2026-02-28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2026-02-28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2026-02-28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2026-02-28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2026-02-28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2026-02-28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2026-02-28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2026-02-28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2026-02-28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2026-02-28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2026-02-28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2026-02-28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390" y="3840874"/>
            <a:ext cx="94486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G. Rupasree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NITTE MEENAKSHI INSTITUTE OF TECHNOLOGY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ECE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CE3DDF-0406-1A86-C7A1-07207DFA9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982" y="3633126"/>
            <a:ext cx="10900826" cy="25246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CD8DEC-6D7A-5B89-7FB5-8293DCAAE216}"/>
              </a:ext>
            </a:extLst>
          </p:cNvPr>
          <p:cNvSpPr txBox="1"/>
          <p:nvPr/>
        </p:nvSpPr>
        <p:spPr>
          <a:xfrm>
            <a:off x="709982" y="1232452"/>
            <a:ext cx="1041521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streaming platforms like Netflix, Amazon Prime Video, and Disney+, users are exposed to thousands of movies, leading to information overload. Traditional search and genre-based filtering methods fail to provide personalized recommendations and do not learn from user preferences or behavior.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system that can analyze movie data, identify similarities, learn from user interactions, and generate personalized Top-N movie recommendations efficiently and accurately</a:t>
            </a:r>
            <a:r>
              <a:rPr lang="en-US" dirty="0"/>
              <a:t>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2" y="1194930"/>
            <a:ext cx="10436472" cy="465793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/>
            <a:r>
              <a:rPr lang="en-US" sz="1600" dirty="0"/>
              <a:t>To address the problem of information overload, we propose a </a:t>
            </a:r>
            <a:r>
              <a:rPr lang="en-US" sz="1600" b="1" dirty="0"/>
              <a:t>Machine Learning-based Movie Recommendation System</a:t>
            </a:r>
            <a:r>
              <a:rPr lang="en-US" sz="1600" dirty="0"/>
              <a:t> that generates personalized movie suggestions based on user preferences and movie similarity.</a:t>
            </a:r>
          </a:p>
          <a:p>
            <a:pPr algn="just"/>
            <a:r>
              <a:rPr lang="en-US" sz="1600" dirty="0"/>
              <a:t>The system uses:</a:t>
            </a:r>
          </a:p>
          <a:p>
            <a:pPr marL="0" indent="0" algn="just">
              <a:buNone/>
            </a:pPr>
            <a:r>
              <a:rPr lang="en-US" sz="1600" b="1" dirty="0"/>
              <a:t>        Content-Based Filtering</a:t>
            </a:r>
            <a:r>
              <a:rPr lang="en-US" sz="1600" dirty="0"/>
              <a:t> to recommend movies similar to the selected movie</a:t>
            </a:r>
          </a:p>
          <a:p>
            <a:pPr marL="0" indent="0" algn="just">
              <a:buNone/>
            </a:pPr>
            <a:r>
              <a:rPr lang="en-US" sz="1600" b="1" dirty="0"/>
              <a:t>       Cosine Similarity</a:t>
            </a:r>
            <a:r>
              <a:rPr lang="en-US" sz="1600" dirty="0"/>
              <a:t> to measure similarity between movie features</a:t>
            </a:r>
          </a:p>
          <a:p>
            <a:pPr marL="0" indent="0" algn="just">
              <a:buNone/>
            </a:pPr>
            <a:r>
              <a:rPr lang="en-US" sz="1600" b="1" dirty="0"/>
              <a:t>       User rating data</a:t>
            </a:r>
            <a:r>
              <a:rPr lang="en-US" sz="1600" dirty="0"/>
              <a:t> to improve recommendation accuracy</a:t>
            </a:r>
          </a:p>
          <a:p>
            <a:pPr marL="0" indent="0" algn="just">
              <a:buNone/>
            </a:pPr>
            <a:r>
              <a:rPr lang="en-US" sz="1600" dirty="0"/>
              <a:t>       A trained ML model deployed using </a:t>
            </a:r>
            <a:r>
              <a:rPr lang="en-US" sz="1600" b="1" dirty="0"/>
              <a:t>Python and </a:t>
            </a:r>
            <a:r>
              <a:rPr lang="en-US" sz="1600" b="1" dirty="0" err="1"/>
              <a:t>Streamlit</a:t>
            </a:r>
            <a:endParaRPr lang="en-US" sz="1600" dirty="0"/>
          </a:p>
          <a:p>
            <a:pPr marL="0" indent="0" algn="just">
              <a:buNone/>
            </a:pPr>
            <a:r>
              <a:rPr lang="en-US" sz="1600" dirty="0"/>
              <a:t>      The system provides </a:t>
            </a:r>
            <a:r>
              <a:rPr lang="en-US" sz="1600" b="1" dirty="0"/>
              <a:t>Top-N personalized movie recommendations</a:t>
            </a:r>
            <a:r>
              <a:rPr lang="en-US" sz="1600" dirty="0"/>
              <a:t> efficiently, improving user experience and reducing search time.</a:t>
            </a:r>
          </a:p>
          <a:p>
            <a:pPr marL="305435" indent="-305435" algn="just"/>
            <a:endParaRPr lang="en-IN" sz="1600" dirty="0"/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1026" name="Picture 2" descr="Movie Recommendation System Project | by Krushi Patel | Medium">
            <a:extLst>
              <a:ext uri="{FF2B5EF4-FFF2-40B4-BE49-F238E27FC236}">
                <a16:creationId xmlns:a16="http://schemas.microsoft.com/office/drawing/2014/main" id="{E1287B21-39EE-9C28-0653-9FF68F135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571" y="4618944"/>
            <a:ext cx="3676896" cy="1923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9538C-D265-7AB7-2F70-099EB1088C48}"/>
              </a:ext>
            </a:extLst>
          </p:cNvPr>
          <p:cNvSpPr txBox="1"/>
          <p:nvPr/>
        </p:nvSpPr>
        <p:spPr>
          <a:xfrm>
            <a:off x="581192" y="1192868"/>
            <a:ext cx="8948057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proposed system follows a structured Machine Learning workflow:</a:t>
            </a:r>
          </a:p>
          <a:p>
            <a:pPr algn="just"/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Collection:</a:t>
            </a:r>
            <a:r>
              <a:rPr lang="en-US" dirty="0"/>
              <a:t> Movie dataset containing titles, genres, ratings, and descriptions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 Preprocessing:</a:t>
            </a:r>
            <a:r>
              <a:rPr lang="en-US" dirty="0"/>
              <a:t> Cleaning missing values and transforming textual data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Feature Extraction:</a:t>
            </a:r>
            <a:r>
              <a:rPr lang="en-US" dirty="0"/>
              <a:t> Convert text data into numerical vectors using TF-IDF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Similarity Computation:</a:t>
            </a:r>
            <a:r>
              <a:rPr lang="en-US" dirty="0"/>
              <a:t> Apply Cosine Similarity to measure movie similarity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Recommendation Generation:</a:t>
            </a:r>
            <a:r>
              <a:rPr lang="en-US" dirty="0"/>
              <a:t> Retrieve Top-N similar movies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Deployment:</a:t>
            </a:r>
            <a:r>
              <a:rPr lang="en-US" dirty="0"/>
              <a:t> Integrate model into a </a:t>
            </a:r>
            <a:r>
              <a:rPr lang="en-US" dirty="0" err="1"/>
              <a:t>Streamlit</a:t>
            </a:r>
            <a:r>
              <a:rPr lang="en-US" dirty="0"/>
              <a:t> web application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approach ensures efficient, scalable, and personalized movie recommendations.</a:t>
            </a:r>
          </a:p>
          <a:p>
            <a:pPr algn="just"/>
            <a:endParaRPr lang="en-IN" dirty="0"/>
          </a:p>
        </p:txBody>
      </p:sp>
      <p:pic>
        <p:nvPicPr>
          <p:cNvPr id="2050" name="Picture 2" descr="Integrating machine learning and sentiment analysis in movie recommendation  systems | Journal of Electrical Systems and Information Technology |  Springer Nature Link">
            <a:extLst>
              <a:ext uri="{FF2B5EF4-FFF2-40B4-BE49-F238E27FC236}">
                <a16:creationId xmlns:a16="http://schemas.microsoft.com/office/drawing/2014/main" id="{3DAA6363-E156-18C6-E599-03B4B6812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688" y="1723164"/>
            <a:ext cx="2772455" cy="2100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315522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2C85A-C484-6FDC-5411-E224A0304DBF}"/>
              </a:ext>
            </a:extLst>
          </p:cNvPr>
          <p:cNvSpPr txBox="1"/>
          <p:nvPr/>
        </p:nvSpPr>
        <p:spPr>
          <a:xfrm>
            <a:off x="581192" y="1382485"/>
            <a:ext cx="11295122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Algorithm Used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Content-Based Filtering technique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TF-IDF Vectorization for feature extraction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Cosine Similarity to compute similarity between movies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Top-N ranking to generate recommendations</a:t>
            </a:r>
          </a:p>
          <a:p>
            <a:pPr algn="just"/>
            <a:r>
              <a:rPr lang="en-IN" b="1" dirty="0"/>
              <a:t>Deployment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Model serialized using Pickle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Backend developed using Python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Web interface built using </a:t>
            </a:r>
            <a:r>
              <a:rPr lang="en-IN" dirty="0" err="1"/>
              <a:t>Streamlit</a:t>
            </a:r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Deployed on </a:t>
            </a:r>
            <a:r>
              <a:rPr lang="en-IN" dirty="0" err="1"/>
              <a:t>Streamlit</a:t>
            </a:r>
            <a:r>
              <a:rPr lang="en-IN" dirty="0"/>
              <a:t> Cloud / GitHub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provides real-time movie recommendations through a user-friendly web application.</a:t>
            </a:r>
          </a:p>
          <a:p>
            <a:pPr algn="just"/>
            <a:endParaRPr lang="en-IN" dirty="0"/>
          </a:p>
        </p:txBody>
      </p:sp>
      <p:pic>
        <p:nvPicPr>
          <p:cNvPr id="3074" name="Picture 2" descr="Comparative study of recommender system approaches and movie recommendation  using collaborative filtering | International Journal of System Assurance  Engineering and Management | Springer Nature Link">
            <a:extLst>
              <a:ext uri="{FF2B5EF4-FFF2-40B4-BE49-F238E27FC236}">
                <a16:creationId xmlns:a16="http://schemas.microsoft.com/office/drawing/2014/main" id="{497D7F88-2EC9-A5FB-6511-B88DD45D6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660" y="1382485"/>
            <a:ext cx="4599967" cy="3518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A54B795-F538-AE7A-19C2-21BF1A4F0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41" y="1232452"/>
            <a:ext cx="13231258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successfully generates personalized movie recommendations.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Top-5 / Top-10 similar movies based on user input.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Achieves accurate similarity matching using cosine similarity.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response time with real-time recommendation output.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user experience by reducing manual search effort.</a:t>
            </a:r>
          </a:p>
        </p:txBody>
      </p:sp>
      <p:pic>
        <p:nvPicPr>
          <p:cNvPr id="4098" name="Picture 2" descr="Visualisation Recommender Systems | Anj Simmons">
            <a:extLst>
              <a:ext uri="{FF2B5EF4-FFF2-40B4-BE49-F238E27FC236}">
                <a16:creationId xmlns:a16="http://schemas.microsoft.com/office/drawing/2014/main" id="{AB200ABD-AFE2-5423-4DAD-9EEE06C3B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581" y="3507020"/>
            <a:ext cx="5878030" cy="335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2719131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Movie Recommendation System using Machine Learning effectively addresses the problem of information overload in streaming platforms. By applying content-based filtering and cosine similarity, the system generates personalized and relevant movie suggestions.</a:t>
            </a:r>
          </a:p>
          <a:p>
            <a:pPr algn="just"/>
            <a:r>
              <a:rPr lang="en-US" sz="2000" dirty="0"/>
              <a:t>The model improves user experience, reduces search time, and demonstrates the practical application of Machine Learning in real-world recommendation systems.</a:t>
            </a:r>
          </a:p>
          <a:p>
            <a:pPr marL="305435" indent="-305435" algn="just"/>
            <a:endParaRPr lang="en-IN" sz="2000" dirty="0"/>
          </a:p>
        </p:txBody>
      </p:sp>
      <p:pic>
        <p:nvPicPr>
          <p:cNvPr id="5122" name="Picture 2" descr="Comprehensive Project on Building a Movie Recommender Website">
            <a:extLst>
              <a:ext uri="{FF2B5EF4-FFF2-40B4-BE49-F238E27FC236}">
                <a16:creationId xmlns:a16="http://schemas.microsoft.com/office/drawing/2014/main" id="{1C202D62-F9EA-4746-E836-1F5B78F32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171" y="3429000"/>
            <a:ext cx="5275944" cy="301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7D8500-5950-C032-E9BE-ACAE40B93C7A}"/>
              </a:ext>
            </a:extLst>
          </p:cNvPr>
          <p:cNvSpPr txBox="1"/>
          <p:nvPr/>
        </p:nvSpPr>
        <p:spPr>
          <a:xfrm>
            <a:off x="4362680" y="242371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248507-EB6B-91E0-F4DA-8E1CBDAB2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30" y="1498294"/>
            <a:ext cx="13223429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Collaborative Filtering for more accurate personalized recommendations.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Deep Learning models to improve recommendation quality.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user authentication and profile-based recommendation tracking.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 real-time user behavior analysis.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mobile application version of the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on cloud platforms for large-scale scalability.</a:t>
            </a:r>
          </a:p>
        </p:txBody>
      </p:sp>
      <p:pic>
        <p:nvPicPr>
          <p:cNvPr id="6146" name="Picture 2" descr="How to Implement AI-based Recommendation System">
            <a:extLst>
              <a:ext uri="{FF2B5EF4-FFF2-40B4-BE49-F238E27FC236}">
                <a16:creationId xmlns:a16="http://schemas.microsoft.com/office/drawing/2014/main" id="{9AEC04E2-5186-09B3-E801-544D51050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613" y="4221604"/>
            <a:ext cx="3793672" cy="227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7B924-52FB-E75D-F6FA-54A3F5D49FCA}"/>
              </a:ext>
            </a:extLst>
          </p:cNvPr>
          <p:cNvSpPr txBox="1"/>
          <p:nvPr/>
        </p:nvSpPr>
        <p:spPr>
          <a:xfrm>
            <a:off x="468086" y="1232452"/>
            <a:ext cx="8675914" cy="487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 err="1"/>
              <a:t>Adomavicius</a:t>
            </a:r>
            <a:r>
              <a:rPr lang="en-US" b="1" dirty="0"/>
              <a:t>, G., &amp; </a:t>
            </a:r>
            <a:r>
              <a:rPr lang="en-US" b="1" dirty="0" err="1"/>
              <a:t>Tuzhilin</a:t>
            </a:r>
            <a:r>
              <a:rPr lang="en-US" b="1" dirty="0"/>
              <a:t>, A. (2005).</a:t>
            </a:r>
            <a:br>
              <a:rPr lang="en-US" dirty="0"/>
            </a:br>
            <a:r>
              <a:rPr lang="en-US" i="1" dirty="0"/>
              <a:t>Toward the Next Generation of Recommender Systems: A Survey of the State-of-the-Art and Possible Extensions.</a:t>
            </a:r>
            <a:br>
              <a:rPr lang="en-US" dirty="0"/>
            </a:br>
            <a:r>
              <a:rPr lang="en-US" dirty="0"/>
              <a:t>IEEE Transactions on Knowledge and Data Engineering.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Ricci, F., Rokach, L., &amp; Shapira, B. (2011).</a:t>
            </a:r>
            <a:br>
              <a:rPr lang="en-US" dirty="0"/>
            </a:br>
            <a:r>
              <a:rPr lang="en-US" i="1" dirty="0"/>
              <a:t>Introduction to Recommender Systems Handbook.</a:t>
            </a:r>
            <a:br>
              <a:rPr lang="en-US" dirty="0"/>
            </a:br>
            <a:r>
              <a:rPr lang="en-US" dirty="0"/>
              <a:t>Springer.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Salton, G., &amp; Buckley, C. (1988).</a:t>
            </a:r>
            <a:br>
              <a:rPr lang="en-US" dirty="0"/>
            </a:br>
            <a:r>
              <a:rPr lang="en-US" i="1" dirty="0"/>
              <a:t>Term-weighting approaches in automatic text retrieval.</a:t>
            </a:r>
            <a:br>
              <a:rPr lang="en-US" dirty="0"/>
            </a:br>
            <a:r>
              <a:rPr lang="en-US" dirty="0"/>
              <a:t>Information Processing &amp; Management.</a:t>
            </a:r>
            <a:br>
              <a:rPr lang="en-US" dirty="0"/>
            </a:br>
            <a:r>
              <a:rPr lang="en-US" dirty="0"/>
              <a:t>(TF-IDF reference)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Lops, P., De </a:t>
            </a:r>
            <a:r>
              <a:rPr lang="en-US" b="1" dirty="0" err="1"/>
              <a:t>Gemmis</a:t>
            </a:r>
            <a:r>
              <a:rPr lang="en-US" b="1" dirty="0"/>
              <a:t>, M., &amp; Semeraro, G. (2011).</a:t>
            </a:r>
            <a:br>
              <a:rPr lang="en-US" dirty="0"/>
            </a:br>
            <a:r>
              <a:rPr lang="en-US" i="1" dirty="0"/>
              <a:t>Content-Based Recommender Systems: State of the Art and Trends.</a:t>
            </a:r>
            <a:br>
              <a:rPr lang="en-US" dirty="0"/>
            </a:br>
            <a:r>
              <a:rPr lang="en-US" dirty="0"/>
              <a:t>Recommender Systems Handbook.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Sarwar, B., </a:t>
            </a:r>
            <a:r>
              <a:rPr lang="en-US" b="1" dirty="0" err="1"/>
              <a:t>Karypis</a:t>
            </a:r>
            <a:r>
              <a:rPr lang="en-US" b="1" dirty="0"/>
              <a:t>, G., </a:t>
            </a:r>
            <a:r>
              <a:rPr lang="en-US" b="1" dirty="0" err="1"/>
              <a:t>Konstan</a:t>
            </a:r>
            <a:r>
              <a:rPr lang="en-US" b="1" dirty="0"/>
              <a:t>, J., &amp; Riedl, J. (2001).</a:t>
            </a:r>
            <a:br>
              <a:rPr lang="en-US" dirty="0"/>
            </a:br>
            <a:r>
              <a:rPr lang="en-US" i="1" dirty="0"/>
              <a:t>Item-Based Collaborative Filtering Recommendation Algorithms.</a:t>
            </a:r>
            <a:br>
              <a:rPr lang="en-US" dirty="0"/>
            </a:br>
            <a:r>
              <a:rPr lang="en-US" dirty="0"/>
              <a:t>WWW Conference.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-265517"/>
            <a:ext cx="11029615" cy="4673324"/>
          </a:xfrm>
        </p:spPr>
        <p:txBody>
          <a:bodyPr/>
          <a:lstStyle/>
          <a:p>
            <a:r>
              <a:rPr lang="en-IN" dirty="0"/>
              <a:t>https://github.com/GandlaRupasree/Movie-Recomendition-using-ML_IBM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1089</TotalTime>
  <Words>691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Franklin Gothic Book</vt:lpstr>
      <vt:lpstr>Franklin Gothic Demi</vt:lpstr>
      <vt:lpstr>Times New Roman</vt:lpstr>
      <vt:lpstr>Wingdings 2</vt:lpstr>
      <vt:lpstr>DividendVTI</vt:lpstr>
      <vt:lpstr>Project title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rupasree gandla</cp:lastModifiedBy>
  <cp:revision>39</cp:revision>
  <dcterms:created xsi:type="dcterms:W3CDTF">2021-05-26T16:50:10Z</dcterms:created>
  <dcterms:modified xsi:type="dcterms:W3CDTF">2026-02-28T06:08:20Z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